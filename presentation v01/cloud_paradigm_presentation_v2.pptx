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F09AE-D8CA-41AC-966D-B5AC23191C20}" v="1" dt="2026-03-24T23:37:01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eid Purvis" userId="02e43b62-a388-49f8-90a4-26da716af0b2" providerId="ADAL" clId="{EF951D02-CBF5-4624-B829-8F958E7CBAC1}"/>
    <pc:docChg chg="custSel modSld">
      <pc:chgData name="William Reid Purvis" userId="02e43b62-a388-49f8-90a4-26da716af0b2" providerId="ADAL" clId="{EF951D02-CBF5-4624-B829-8F958E7CBAC1}" dt="2026-03-24T23:37:01.446" v="6"/>
      <pc:docMkLst>
        <pc:docMk/>
      </pc:docMkLst>
      <pc:sldChg chg="modSp mod">
        <pc:chgData name="William Reid Purvis" userId="02e43b62-a388-49f8-90a4-26da716af0b2" providerId="ADAL" clId="{EF951D02-CBF5-4624-B829-8F958E7CBAC1}" dt="2026-03-24T23:36:47.531" v="4" actId="1076"/>
        <pc:sldMkLst>
          <pc:docMk/>
          <pc:sldMk cId="0" sldId="257"/>
        </pc:sldMkLst>
        <pc:picChg chg="mod modCrop">
          <ac:chgData name="William Reid Purvis" userId="02e43b62-a388-49f8-90a4-26da716af0b2" providerId="ADAL" clId="{EF951D02-CBF5-4624-B829-8F958E7CBAC1}" dt="2026-03-24T23:36:47.531" v="4" actId="1076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 mod">
        <pc:chgData name="William Reid Purvis" userId="02e43b62-a388-49f8-90a4-26da716af0b2" providerId="ADAL" clId="{EF951D02-CBF5-4624-B829-8F958E7CBAC1}" dt="2026-03-24T23:37:01.446" v="6"/>
        <pc:sldMkLst>
          <pc:docMk/>
          <pc:sldMk cId="0" sldId="258"/>
        </pc:sldMkLst>
        <pc:picChg chg="del">
          <ac:chgData name="William Reid Purvis" userId="02e43b62-a388-49f8-90a4-26da716af0b2" providerId="ADAL" clId="{EF951D02-CBF5-4624-B829-8F958E7CBAC1}" dt="2026-03-24T23:36:55.853" v="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William Reid Purvis" userId="02e43b62-a388-49f8-90a4-26da716af0b2" providerId="ADAL" clId="{EF951D02-CBF5-4624-B829-8F958E7CBAC1}" dt="2026-03-24T23:37:01.446" v="6"/>
          <ac:picMkLst>
            <pc:docMk/>
            <pc:sldMk cId="0" sldId="258"/>
            <ac:picMk id="24" creationId="{9A8AA442-6F97-9FB8-C2EF-E5348BF630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47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0"/>
            <a:ext cx="292608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83280" y="594360"/>
            <a:ext cx="0" cy="3931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3611880" y="658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CLOUD PARADIGM PTY LTD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11880" y="987552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3611880" y="1078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Dead,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11880" y="168249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Live Infrastructure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11880" y="22494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 of Agentic AI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11880" y="2971800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611880" y="3090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Purvs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11880" y="34015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Principal | Cloud Paradigm Pty Ltd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3730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11880" y="4114800"/>
            <a:ext cx="109728" cy="10972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3785616" y="4114800"/>
            <a:ext cx="109728" cy="109728"/>
          </a:xfrm>
          <a:prstGeom prst="ellipse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3959352" y="4114800"/>
            <a:ext cx="109728" cy="109728"/>
          </a:xfrm>
          <a:prstGeom prst="ellipse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256032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256032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6032" y="6583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Dead,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6032" y="10789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Live Infrastructure in the Age of Agentic AI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Agentic AI is fundamentally transforming how enterprise Azure environments are architected, designed, deployed, and managed. Traditional infrastructure practices — once reliant on manual processes and static configurations — are giving way to intelligent, autonomous systems capable of making real-time decisions at scale. By integrating Agentic AI with DevOps pipelines, organisations can achieve self-optimising architectures, accelerated deployments, and continuous operational intelligence. This presentation explores how this convergence redefines the infrastructure lifecycle — shifting engineers from reactive administrators to strategic orchestrators in an increasingly autonomous, AI-driven cloud landscape.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6032" y="4590288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56032" y="45902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316736" y="4590288"/>
            <a:ext cx="694944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1316736" y="45902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139696" y="4590288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2139696" y="45902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054096" y="459028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3054096" y="45902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Cloud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507992" y="4590288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507992" y="459028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Paradigm Pty Ltd  |  cloudparadigm.com.au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3"/>
          <p:cNvSpPr/>
          <p:nvPr/>
        </p:nvSpPr>
        <p:spPr>
          <a:xfrm>
            <a:off x="256032" y="25603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256032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6032" y="6583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6032" y="10789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Purvs  |  Owner &amp; Principal, Cloud Paradigm Pty Ltd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01752" y="2331720"/>
            <a:ext cx="2651760" cy="1280160"/>
          </a:xfrm>
          <a:prstGeom prst="rect">
            <a:avLst/>
          </a:prstGeom>
          <a:solidFill>
            <a:srgbClr val="E8F7F4"/>
          </a:solidFill>
          <a:ln w="1524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01752" y="2331720"/>
            <a:ext cx="2651760" cy="64008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01752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3192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+61 427 038 685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46120" y="2331720"/>
            <a:ext cx="2651760" cy="1280160"/>
          </a:xfrm>
          <a:prstGeom prst="rect">
            <a:avLst/>
          </a:prstGeom>
          <a:solidFill>
            <a:srgbClr val="E8F4FF"/>
          </a:solidFill>
          <a:ln w="1524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246120" y="2331720"/>
            <a:ext cx="2651760" cy="64008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3246120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37560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reidpurvis@cloudparadigm.com.au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0488" y="2331720"/>
            <a:ext cx="2651760" cy="1280160"/>
          </a:xfrm>
          <a:prstGeom prst="rect">
            <a:avLst/>
          </a:prstGeom>
          <a:solidFill>
            <a:srgbClr val="E8F7F4"/>
          </a:solidFill>
          <a:ln w="1524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6190488" y="2331720"/>
            <a:ext cx="2651760" cy="64008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190488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5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81928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www.cloudparadigm.com.au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Paradigm Pty Ltd  |  cloudparadigm.com.au</a:t>
            </a:r>
            <a:endParaRPr lang="en-US" sz="7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9A8AA442-6F97-9FB8-C2EF-E5348BF6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is Dead, Long Live Infrastructure in the Age of Agentic AI</dc:title>
  <dc:subject>PptxGenJS Presentation</dc:subject>
  <dc:creator>PptxGenJS</dc:creator>
  <cp:lastModifiedBy>William Reid Purvis</cp:lastModifiedBy>
  <cp:revision>1</cp:revision>
  <dcterms:created xsi:type="dcterms:W3CDTF">2026-03-24T23:34:22Z</dcterms:created>
  <dcterms:modified xsi:type="dcterms:W3CDTF">2026-03-24T23:37:11Z</dcterms:modified>
</cp:coreProperties>
</file>